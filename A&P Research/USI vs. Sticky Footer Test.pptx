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1904" l="0" r="0" t="1440"/>
          <a:stretch/>
        </p:blipFill>
        <p:spPr>
          <a:xfrm>
            <a:off x="67750" y="175000"/>
            <a:ext cx="8923848" cy="44560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56225" y="2006150"/>
            <a:ext cx="2006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1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25" y="3838500"/>
            <a:ext cx="2006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2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517175" y="2521025"/>
            <a:ext cx="2006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3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675725" y="3807250"/>
            <a:ext cx="2006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4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834275" y="2227963"/>
            <a:ext cx="2006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5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